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8" autoAdjust="0"/>
    <p:restoredTop sz="94660"/>
  </p:normalViewPr>
  <p:slideViewPr>
    <p:cSldViewPr snapToGrid="0">
      <p:cViewPr>
        <p:scale>
          <a:sx n="200" d="100"/>
          <a:sy n="200" d="100"/>
        </p:scale>
        <p:origin x="-3384" y="-21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1D3FB6-EA79-4A8C-B6B9-E08035248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5C437A3-1C85-47E5-A8BA-7D45FE8A1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2CD02A-E5F3-438F-9841-BEFE613A0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9276-2F12-439B-918C-D532CB349FCA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BE1E10-58DC-4B2C-9916-E5FEB1A71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213393-2755-401B-A773-ED7CB3C36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3627B-A495-4D33-A10E-3B604E380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963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E879AE-CA8E-42BC-A04A-F34BD926E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002A06-41E6-4DEE-BA60-5E7E7D6A5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FF85FA-5244-48ED-91CF-962B75FEC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9276-2F12-439B-918C-D532CB349FCA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FBFDE7-DCB2-45C3-9C1F-0DA98FD87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3AF945-6AA6-4AEB-9A2D-07AC712ED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3627B-A495-4D33-A10E-3B604E380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37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044E05-E4B1-420E-A717-6930C93F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6CCB1A-F791-4EAA-A172-736D724C3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CA192B-31C5-4080-8A89-556F1E9FD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9276-2F12-439B-918C-D532CB349FCA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DB20A2-B7B8-49F5-8D80-CEBD6CA6B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B4DB23-2A11-453B-B432-BFCDBD774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3627B-A495-4D33-A10E-3B604E380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903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82163-41AA-4D20-AFC3-C3356B3E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F8FEB1-EDB7-4FAD-9228-14A1CEF1B7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1613C4-828D-481D-9AF6-0AB5B4024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713D72-9B46-4CF0-A97A-68D4A854E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9276-2F12-439B-918C-D532CB349FCA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74480D-9CB6-4F1B-8910-AC9177412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4E9CD1-D415-4807-8439-FDB416FFE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3627B-A495-4D33-A10E-3B604E380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627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4F31FE-AAD6-4784-81C7-E39599FE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5CD456-CFE6-4556-8080-A1C3F2AF8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3BB5A5-DECA-4FAC-B9B8-7FE97C59C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6F7A9F-CD8C-45E4-A317-E978D44464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6F3D7BB-6D05-4A8F-A256-6A4D88DB0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3F744E-A8A9-4D09-BD92-3938AAD38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9276-2F12-439B-918C-D532CB349FCA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B9F317B-5117-4398-8348-6805A8F05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14DA663-9D66-450B-A26F-F614C55C2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3627B-A495-4D33-A10E-3B604E380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48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CA7637-AEBA-4C3B-8411-CE8C26EAE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246D3A7-87EC-458D-9B6B-D3D175569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9276-2F12-439B-918C-D532CB349FCA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67A8739-99B0-42A9-80D0-2C7858756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4E7194-8EFF-4E8E-9899-50E025F62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3627B-A495-4D33-A10E-3B604E380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823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DE0AE0-4A7D-4517-8DD6-FB4E9AA4A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9276-2F12-439B-918C-D532CB349FCA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D091361-64CF-419A-848F-1D9584032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288115-2665-4D71-BFBE-4BB09B15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3627B-A495-4D33-A10E-3B604E380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920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62A777-4598-4C6E-A1B2-2376023E7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2941AF-75E6-47B3-81DA-296C8F134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71CA9D-4D70-45E6-967A-DD4DD05D8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01C9A1-6A7C-4F1C-826A-513A427A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9276-2F12-439B-918C-D532CB349FCA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39FB0D-A8DC-4867-A4BE-9893294EF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9364BF-F25E-419F-B03A-A01DCD538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3627B-A495-4D33-A10E-3B604E380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972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78C0C1-9A62-4605-A783-B5E6A847B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7948C59-38C8-49A7-96F2-D08B26035E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203239-35F1-467E-9877-F3871349B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9EE0F4-2395-4F68-9613-B75A91409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9276-2F12-439B-918C-D532CB349FCA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53E4FF-F509-406A-BFF7-A76CE2782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ECF61D-7499-417B-935A-ADE9B81A5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3627B-A495-4D33-A10E-3B604E380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528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139E1A-E1EE-4983-A5A2-514E58303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4947E5-188B-4F01-A230-47F14F079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128388-4714-41BD-9ED1-944B1858C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9276-2F12-439B-918C-D532CB349FCA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C851CF-64FA-486F-8C63-0376A33FB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AD3AF4-3C7C-4861-A213-CE99F7F43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3627B-A495-4D33-A10E-3B604E380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352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726803B-EF59-4502-AD42-978DEDB7AA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BE5DF6-7D49-4CA7-87C2-00871EFEC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6EF057-520E-4679-90A1-DB092F52E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9276-2F12-439B-918C-D532CB349FCA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232D81-8772-417A-848C-ADC51722F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8C65AE-F57D-49C6-9ACC-02896B36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3627B-A495-4D33-A10E-3B604E380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312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458ED6A-51E7-4D3F-8291-EA4EB9B47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1E6511-FD23-4066-BEAA-6A1BBA30F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5C9F3C-D11C-4798-AFAE-8576CDC13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C9276-2F12-439B-918C-D532CB349FCA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9E1F37-072D-4CD8-ACA0-1E9267274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C2B4BC-88DB-4749-A56C-B1CC7C0EC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3627B-A495-4D33-A10E-3B604E380E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543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6D5F9BD-ECE2-48CE-A64E-DC47475EAC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02" t="4872" r="2202" b="5555"/>
          <a:stretch/>
        </p:blipFill>
        <p:spPr>
          <a:xfrm>
            <a:off x="3734117" y="1859915"/>
            <a:ext cx="5044440" cy="99822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505B0B1-7433-45B6-ABE2-7A7704A986AD}"/>
              </a:ext>
            </a:extLst>
          </p:cNvPr>
          <p:cNvSpPr txBox="1"/>
          <p:nvPr/>
        </p:nvSpPr>
        <p:spPr>
          <a:xfrm>
            <a:off x="3621087" y="3331388"/>
            <a:ext cx="31940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0" i="0" u="none" strike="noStrike" baseline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中国研究生创新实践系列大赛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626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华文新魏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Taolue Chen</dc:creator>
  <cp:lastModifiedBy>Taolue Chen</cp:lastModifiedBy>
  <cp:revision>2</cp:revision>
  <dcterms:created xsi:type="dcterms:W3CDTF">2025-09-15T13:54:34Z</dcterms:created>
  <dcterms:modified xsi:type="dcterms:W3CDTF">2025-09-15T14:01:01Z</dcterms:modified>
</cp:coreProperties>
</file>